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media/image12.jpg" ContentType="image/png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9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E4192-FDFC-4627-830C-5C21D5FE582A}" type="datetimeFigureOut">
              <a:rPr lang="hu-HU" smtClean="0"/>
              <a:t>2026. 01. 16.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44BDD7-7D92-4B45-BCA9-6D65F4BE857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67975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goal is to make a web app for courses, students, and teachers. Show live course status and practice team work, </a:t>
            </a:r>
            <a:r>
              <a:rPr lang="en-US" dirty="0" err="1"/>
              <a:t>RxJS</a:t>
            </a:r>
            <a:r>
              <a:rPr lang="en-US" dirty="0"/>
              <a:t>, WebSocket, and CRUD.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80424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company needed a system for online courses. They want teachers, students, and courses managed and data updated liv</a:t>
            </a:r>
            <a:r>
              <a:rPr lang="hu-HU" dirty="0"/>
              <a:t>e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8988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hard to see course progress without a system. We need simple design and live updates for multiple users.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3067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Angular for web app, </a:t>
            </a:r>
            <a:r>
              <a:rPr lang="en-US" dirty="0" err="1"/>
              <a:t>RxJS</a:t>
            </a:r>
            <a:r>
              <a:rPr lang="en-US" dirty="0"/>
              <a:t> for state, Reactive Forms for input, WebSocket for live updates, and CSS following design rules.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3182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is Laravel REST API. We can add, edit, delete courses, students, teachers. WebSocket updates live. Data and business rules are checked.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80536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Git and GitHub for version control, Node.js and NPM, Postman for testing, and Material/</a:t>
            </a:r>
            <a:r>
              <a:rPr lang="en-US" dirty="0" err="1"/>
              <a:t>Heroicons</a:t>
            </a:r>
            <a:r>
              <a:rPr lang="en-US" dirty="0"/>
              <a:t> for icons.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53687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has Dashboard, Courses, Students, Teachers, Contact, About. Services manage state and routes manage pages.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7414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page routes. Dashboard, courses, students, teachers, contact, about. Easy to navigate.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69047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</a:t>
            </a:r>
            <a:r>
              <a:rPr lang="en-US" dirty="0" err="1"/>
              <a:t>BehaviorSubject</a:t>
            </a:r>
            <a:r>
              <a:rPr lang="en-US" dirty="0"/>
              <a:t> for live updates. Observables let components react to changes. </a:t>
            </a:r>
            <a:r>
              <a:rPr lang="en-US" dirty="0" err="1"/>
              <a:t>debounceTime</a:t>
            </a:r>
            <a:r>
              <a:rPr lang="en-US" dirty="0"/>
              <a:t> helps search inputs. Data flows from service to component.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1174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shows total, active, completed courses. Updates live with WebSocket events.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016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can add, edit, delete, view courses. Search by title, sort by date or difficulty. Pagination helps with many courses. Live updates shown instantly.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4297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Students can be listed, added, edited, deleted. Can assign to courses. Search and sort by name or email.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4998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Teachers can be listed, added, edited, deleted. Can assign to courses.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6279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can send name, email, message. Inputs are checked. Show message when submitted.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8034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project goal, team members, and technologies used.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3365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Backend has Controller, Service, Repository, Model. Data checked and business rules separate. WebSocket events handled.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08968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has id, title, description, status, difficulty, instructor, dates. WebSocket </a:t>
            </a:r>
            <a:r>
              <a:rPr lang="en-US" dirty="0" err="1"/>
              <a:t>CourseCreated</a:t>
            </a:r>
            <a:r>
              <a:rPr lang="en-US" dirty="0"/>
              <a:t> updates dashboard and courses.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6904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has id, name, email, date. Teacher has id, name, email.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53483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moves from frontend to API to database and back. Live updates through WebSocket.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4886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CourseCreated</a:t>
            </a:r>
            <a:r>
              <a:rPr lang="en-US" dirty="0"/>
              <a:t> event triggers when new course is added. Updates dashboard and courses live.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17817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has endpoints for courses, students, contact. Supports add, edit, delete, get data.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3737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Pagination to control page size, search by title or name, sort by </a:t>
            </a:r>
            <a:r>
              <a:rPr lang="en-US" dirty="0" err="1"/>
              <a:t>asc</a:t>
            </a:r>
            <a:r>
              <a:rPr lang="en-US" dirty="0"/>
              <a:t>/desc date or difficulty.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83647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Primary blue, secondary dark, background light, surface white, success green, error red. Keep design simple.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34497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Fonts</a:t>
            </a:r>
            <a:r>
              <a:rPr lang="hu-HU" dirty="0"/>
              <a:t> </a:t>
            </a:r>
            <a:r>
              <a:rPr lang="hu-HU" dirty="0" err="1"/>
              <a:t>Inter</a:t>
            </a:r>
            <a:r>
              <a:rPr lang="hu-HU" dirty="0"/>
              <a:t> </a:t>
            </a:r>
            <a:r>
              <a:rPr lang="hu-HU" dirty="0" err="1"/>
              <a:t>or</a:t>
            </a:r>
            <a:r>
              <a:rPr lang="hu-HU" dirty="0"/>
              <a:t> </a:t>
            </a:r>
            <a:r>
              <a:rPr lang="hu-HU" dirty="0" err="1"/>
              <a:t>Roboto</a:t>
            </a:r>
            <a:r>
              <a:rPr lang="hu-HU" dirty="0"/>
              <a:t>. H1 32px, H2 24px, H3 20px, text 16px. Max </a:t>
            </a:r>
            <a:r>
              <a:rPr lang="hu-HU" dirty="0" err="1"/>
              <a:t>width</a:t>
            </a:r>
            <a:r>
              <a:rPr lang="hu-HU" dirty="0"/>
              <a:t> 1200px, </a:t>
            </a:r>
            <a:r>
              <a:rPr lang="hu-HU" dirty="0" err="1"/>
              <a:t>padding</a:t>
            </a:r>
            <a:r>
              <a:rPr lang="hu-HU" dirty="0"/>
              <a:t> 24px. </a:t>
            </a:r>
            <a:r>
              <a:rPr lang="hu-HU" dirty="0" err="1"/>
              <a:t>Use</a:t>
            </a:r>
            <a:r>
              <a:rPr lang="hu-HU" dirty="0"/>
              <a:t> </a:t>
            </a:r>
            <a:r>
              <a:rPr lang="hu-HU" dirty="0" err="1"/>
              <a:t>cards</a:t>
            </a:r>
            <a:r>
              <a:rPr lang="hu-HU" dirty="0"/>
              <a:t> and </a:t>
            </a:r>
            <a:r>
              <a:rPr lang="hu-HU" dirty="0" err="1"/>
              <a:t>Flex</a:t>
            </a:r>
            <a:r>
              <a:rPr lang="hu-HU" dirty="0"/>
              <a:t>/</a:t>
            </a:r>
            <a:r>
              <a:rPr lang="hu-HU" dirty="0" err="1"/>
              <a:t>Grid</a:t>
            </a:r>
            <a:r>
              <a:rPr lang="hu-HU" dirty="0"/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06383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Buttons round corners, height 40px. Inputs same. Focus outline and error border to show errors.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46181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uses secondary color. Row highlight on hover. Edit/Delete icons same place.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843423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Mobile </a:t>
            </a:r>
            <a:r>
              <a:rPr lang="hu-HU" dirty="0" err="1"/>
              <a:t>menu</a:t>
            </a:r>
            <a:r>
              <a:rPr lang="hu-HU" dirty="0"/>
              <a:t> </a:t>
            </a:r>
            <a:r>
              <a:rPr lang="hu-HU" dirty="0" err="1"/>
              <a:t>collapses</a:t>
            </a:r>
            <a:r>
              <a:rPr lang="hu-HU" dirty="0"/>
              <a:t>. Tablet 640–1024px. </a:t>
            </a:r>
            <a:r>
              <a:rPr lang="hu-HU" dirty="0" err="1"/>
              <a:t>Desktop</a:t>
            </a:r>
            <a:r>
              <a:rPr lang="hu-HU" dirty="0"/>
              <a:t> &gt;1024px. </a:t>
            </a:r>
            <a:r>
              <a:rPr lang="hu-HU" dirty="0" err="1"/>
              <a:t>Layout</a:t>
            </a:r>
            <a:r>
              <a:rPr lang="hu-HU" dirty="0"/>
              <a:t> </a:t>
            </a:r>
            <a:r>
              <a:rPr lang="hu-HU" dirty="0" err="1"/>
              <a:t>adapts</a:t>
            </a:r>
            <a:r>
              <a:rPr lang="hu-HU" dirty="0"/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91032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members only. Lead Dev backend, Frontend Dev Angular. Lead presents. Shared tasks, Git workflow, code check.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782677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Learned </a:t>
            </a:r>
            <a:r>
              <a:rPr lang="en-US" dirty="0" err="1"/>
              <a:t>RxJS</a:t>
            </a:r>
            <a:r>
              <a:rPr lang="en-US" dirty="0"/>
              <a:t> and WebSocket basics. Learned full-stack development. Worked closely as a small team.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40364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login and auth. Add reports. Make mobile version.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44BDD7-7D92-4B45-BCA9-6D65F4BE8577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9658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045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04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016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2100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12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567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07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58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190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43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758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5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SkillForge – Real-time Learning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Angular + Laravel + WebSocket + </a:t>
            </a:r>
            <a:r>
              <a:rPr dirty="0" err="1"/>
              <a:t>RxJS</a:t>
            </a:r>
            <a:endParaRPr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1CAF12D-D5FF-4367-8DA3-14AEE5039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678" y="2842454"/>
            <a:ext cx="2656643" cy="26566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 app to manage courses, students, teachers</a:t>
            </a:r>
          </a:p>
          <a:p>
            <a:r>
              <a:t>Show course status live</a:t>
            </a:r>
          </a:p>
          <a:p>
            <a:r>
              <a:t>Learn team work, RxJS, WebSocket, CRUD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needs system for online courses</a:t>
            </a:r>
          </a:p>
          <a:p>
            <a:r>
              <a:t>Manage teachers, students, courses</a:t>
            </a:r>
          </a:p>
          <a:p>
            <a:r>
              <a:t>Data updates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 to see course progress</a:t>
            </a:r>
          </a:p>
          <a:p>
            <a:r>
              <a:t>Need simple design</a:t>
            </a:r>
          </a:p>
          <a:p>
            <a:r>
              <a:t>Many users need live updates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F3D3FADA-CEB4-4C37-97E8-C94122BCD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71" y="3844031"/>
            <a:ext cx="2469433" cy="16866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Angular</a:t>
            </a:r>
          </a:p>
          <a:p>
            <a:r>
              <a:t>RxJS for state</a:t>
            </a:r>
          </a:p>
          <a:p>
            <a:r>
              <a:t>Reactive Forms</a:t>
            </a:r>
          </a:p>
          <a:p>
            <a:r>
              <a:t>WebSocket client</a:t>
            </a:r>
          </a:p>
          <a:p>
            <a:r>
              <a:t>CSS with design rules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3B59011-12D4-4AE1-BED3-2A2A075C8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587" y="2718786"/>
            <a:ext cx="1768875" cy="1768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Laravel REST API</a:t>
            </a:r>
          </a:p>
          <a:p>
            <a:r>
              <a:t>Add/Edit/Delete Courses, Students, Teachers</a:t>
            </a:r>
          </a:p>
          <a:p>
            <a:r>
              <a:t>WebSocket for live updates</a:t>
            </a:r>
          </a:p>
          <a:p>
            <a:r>
              <a:t>Check data and rules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C3ADFAC-888B-4B6E-ABA6-0ED39BFBA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961" y="3637810"/>
            <a:ext cx="1555548" cy="1617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Other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&amp; GitHub</a:t>
            </a:r>
          </a:p>
          <a:p>
            <a:r>
              <a:t>Node.js &amp; NPM</a:t>
            </a:r>
          </a:p>
          <a:p>
            <a:r>
              <a:t>Postman for testing</a:t>
            </a:r>
          </a:p>
          <a:p>
            <a:r>
              <a:t>Icons (Material / Heroicons)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D6E9A42-EE62-45B7-AB6F-24278F853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816" y="3089428"/>
            <a:ext cx="3155518" cy="17749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 Dashboard, Courses, Students, Teachers, Contact, About</a:t>
            </a:r>
          </a:p>
          <a:p>
            <a:r>
              <a:t>Services for state</a:t>
            </a:r>
          </a:p>
          <a:p>
            <a:r>
              <a:t>Page routes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→ /dashboard</a:t>
            </a:r>
          </a:p>
          <a:p>
            <a:r>
              <a:t>Courses → /courses, /courses/:id</a:t>
            </a:r>
          </a:p>
          <a:p>
            <a:r>
              <a:t>Students → /students</a:t>
            </a:r>
          </a:p>
          <a:p>
            <a:r>
              <a:t>Teachers → /instructors</a:t>
            </a:r>
          </a:p>
          <a:p>
            <a:r>
              <a:t>Contact → /contact</a:t>
            </a:r>
          </a:p>
          <a:p>
            <a:r>
              <a:t>About → /about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(RxJS)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BehaviorSubject for live updates</a:t>
            </a:r>
          </a:p>
          <a:p>
            <a:r>
              <a:t>Observables for components</a:t>
            </a:r>
          </a:p>
          <a:p>
            <a:r>
              <a:t>DebounceTime for search</a:t>
            </a:r>
          </a:p>
          <a:p>
            <a:r>
              <a:t>Data moves service → component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32EFB9F-7C4D-42D6-B730-3E94AF65BD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165" r="21358"/>
          <a:stretch/>
        </p:blipFill>
        <p:spPr>
          <a:xfrm>
            <a:off x="5936201" y="2593219"/>
            <a:ext cx="2078633" cy="24110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Shows: total, active, completed courses</a:t>
            </a:r>
          </a:p>
          <a:p>
            <a:r>
              <a:t>Updates live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Add, edit, delete, view</a:t>
            </a:r>
          </a:p>
          <a:p>
            <a:r>
              <a:t>Search by title</a:t>
            </a:r>
          </a:p>
          <a:p>
            <a:r>
              <a:t>Sort by date/difficulty</a:t>
            </a:r>
          </a:p>
          <a:p>
            <a:r>
              <a:t>Pagination</a:t>
            </a:r>
          </a:p>
          <a:p>
            <a:r>
              <a:t>Live updates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List, add, edit, delete</a:t>
            </a:r>
          </a:p>
          <a:p>
            <a:r>
              <a:t>Assign to courses</a:t>
            </a:r>
          </a:p>
          <a:p>
            <a:r>
              <a:t>Search by name</a:t>
            </a:r>
          </a:p>
          <a:p>
            <a:r>
              <a:t>Sort by name/email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B87E2FC-F505-41DA-A9AD-CF2AEF3CD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723324"/>
            <a:ext cx="33909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List, add, edit, delete</a:t>
            </a:r>
          </a:p>
          <a:p>
            <a:r>
              <a:t>Assign to courses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B9011585-E9A1-485D-A08F-8BBF440F78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369"/>
          <a:stretch/>
        </p:blipFill>
        <p:spPr>
          <a:xfrm>
            <a:off x="4399859" y="3061509"/>
            <a:ext cx="3206602" cy="24048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Fields: name, email, message</a:t>
            </a:r>
          </a:p>
          <a:p>
            <a:r>
              <a:t>Check inputs</a:t>
            </a:r>
          </a:p>
          <a:p>
            <a:r>
              <a:t>Show success message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About </a:t>
            </a:r>
            <a:r>
              <a:rPr lang="hu-HU" dirty="0"/>
              <a:t>Page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goal</a:t>
            </a:r>
          </a:p>
          <a:p>
            <a:r>
              <a:t>Team members</a:t>
            </a:r>
          </a:p>
          <a:p>
            <a:r>
              <a:t>Tools used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Layers: Controller → Service → Repository → Model</a:t>
            </a:r>
          </a:p>
          <a:p>
            <a:r>
              <a:t>Check input data</a:t>
            </a:r>
          </a:p>
          <a:p>
            <a:r>
              <a:t>Business rules separated</a:t>
            </a:r>
          </a:p>
          <a:p>
            <a:r>
              <a:t>Event / Listener for WebSocket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id, title, description, status, difficulty, instructor_id, created_at, updated_at</a:t>
            </a:r>
          </a:p>
          <a:p>
            <a:r>
              <a:t>WebSocket: CourseCreated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&amp; Teacher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Student: id, name, email, created_at</a:t>
            </a:r>
          </a:p>
          <a:p>
            <a:r>
              <a:t>Teacher: id, name, email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45E59DFA-E8C3-4860-8B6F-43454CC836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093"/>
          <a:stretch/>
        </p:blipFill>
        <p:spPr>
          <a:xfrm>
            <a:off x="3664998" y="3079668"/>
            <a:ext cx="3962400" cy="26197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↔ API ↔ Database</a:t>
            </a:r>
          </a:p>
          <a:p>
            <a:r>
              <a:t>Live updates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WebSocket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Event: CourseCreated</a:t>
            </a:r>
          </a:p>
          <a:p>
            <a:r>
              <a:t>Triggered when new course added</a:t>
            </a:r>
          </a:p>
          <a:p>
            <a:r>
              <a:t>Updates dashboard and course list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GET /api/courses</a:t>
            </a:r>
          </a:p>
          <a:p>
            <a:r>
              <a:t>POST /api/courses</a:t>
            </a:r>
          </a:p>
          <a:p>
            <a:r>
              <a:t>PUT /api/courses/{id}</a:t>
            </a:r>
          </a:p>
          <a:p>
            <a:r>
              <a:t>DELETE /api/courses/{id}</a:t>
            </a:r>
          </a:p>
          <a:p>
            <a:r>
              <a:t>GET /api/students</a:t>
            </a:r>
          </a:p>
          <a:p>
            <a:r>
              <a:t>POST /api/students</a:t>
            </a:r>
          </a:p>
          <a:p>
            <a:r>
              <a:t>DELETE /api/students/{id}</a:t>
            </a:r>
          </a:p>
          <a:p>
            <a:r>
              <a:t>POST /api/contact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Pagination: page, per_page</a:t>
            </a:r>
          </a:p>
          <a:p>
            <a:r>
              <a:t>Search: title, name</a:t>
            </a:r>
          </a:p>
          <a:p>
            <a:r>
              <a:t>Sorting: asc/desc by date or difficulty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Primary: #2563EB</a:t>
            </a:r>
          </a:p>
          <a:p>
            <a:r>
              <a:t>Secondary: #1E293B</a:t>
            </a:r>
          </a:p>
          <a:p>
            <a:r>
              <a:t>Background: #F8FAFC</a:t>
            </a:r>
          </a:p>
          <a:p>
            <a:r>
              <a:t>Surface: #FFFFFF</a:t>
            </a:r>
          </a:p>
          <a:p>
            <a:r>
              <a:t>Success: #16A34A</a:t>
            </a:r>
          </a:p>
          <a:p>
            <a:r>
              <a:t>Error: #DC2626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CB53BC24-796D-4B42-B6CA-CC74D76D0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377" y="2495576"/>
            <a:ext cx="2490926" cy="249092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Fonts &amp;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Font: Inter or Roboto</a:t>
            </a:r>
          </a:p>
          <a:p>
            <a:r>
              <a:t>H1: 32px, H2: 24px, H3: 20px, Text: 16px</a:t>
            </a:r>
          </a:p>
          <a:p>
            <a:r>
              <a:t>Max width: 1200px, padding 24px</a:t>
            </a:r>
          </a:p>
          <a:p>
            <a:r>
              <a:t>Card layout, Flex/Grid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Buttons &amp;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Buttons: round corners 6px, height 40px</a:t>
            </a:r>
          </a:p>
          <a:p>
            <a:r>
              <a:t>Inputs: height 40px, round corners 6px</a:t>
            </a:r>
          </a:p>
          <a:p>
            <a:r>
              <a:t>Focus outline &amp; error border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Tables &amp;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Header background: Secondary color</a:t>
            </a:r>
          </a:p>
          <a:p>
            <a:r>
              <a:t>Row hover effect</a:t>
            </a:r>
          </a:p>
          <a:p>
            <a:r>
              <a:t>Edit/Delete icons same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Mobile &amp; Tablet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&lt; 640px: menu collapses</a:t>
            </a:r>
          </a:p>
          <a:p>
            <a:r>
              <a:t>Tablet 640–1024px</a:t>
            </a:r>
          </a:p>
          <a:p>
            <a:r>
              <a:t>Desktop &gt; 1024px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B1766ED-F23F-4F9D-A7B0-B08280657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815" y="3806162"/>
            <a:ext cx="2914650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2 members: Lead Dev (Backend), Frontend Dev</a:t>
            </a:r>
          </a:p>
          <a:p>
            <a:r>
              <a:t>Lead Dev presents</a:t>
            </a:r>
          </a:p>
          <a:p>
            <a:r>
              <a:t>Git workflow, code check, shared tasks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2D85138-7C5D-4A34-A2D5-71ECCE0D5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385" y="3586430"/>
            <a:ext cx="3048000" cy="203301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Learned RxJS and WebSocket</a:t>
            </a:r>
          </a:p>
          <a:p>
            <a:r>
              <a:t>Learned full-stack development</a:t>
            </a:r>
          </a:p>
          <a:p>
            <a:r>
              <a:t>Worked closely in small team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future</a:t>
            </a:r>
            <a:r>
              <a:rPr dirty="0"/>
              <a:t>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 login/auth</a:t>
            </a:r>
          </a:p>
          <a:p>
            <a:r>
              <a:rPr dirty="0"/>
              <a:t>Add reports</a:t>
            </a:r>
          </a:p>
          <a:p>
            <a:r>
              <a:rPr dirty="0"/>
              <a:t>Make mobile version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84A1A23-6175-4392-8041-8D47FE796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62" y="3741039"/>
            <a:ext cx="3810000" cy="21812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DB68C4-3E24-4B82-A483-2F797D06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attention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E1A7BB6-C7D2-4312-8A6A-E9D7BE560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8299524"/>
      </p:ext>
    </p:extLst>
  </p:cSld>
  <p:clrMapOvr>
    <a:masterClrMapping/>
  </p:clrMapOvr>
</p:sld>
</file>

<file path=ppt/theme/theme1.xml><?xml version="1.0" encoding="utf-8"?>
<a:theme xmlns:a="http://schemas.openxmlformats.org/drawingml/2006/main" name="Galéria">
  <a:themeElements>
    <a:clrScheme name="Galéri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éri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éri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1277</Words>
  <Application>Microsoft Office PowerPoint</Application>
  <PresentationFormat>Diavetítés a képernyőre (4:3 oldalarány)</PresentationFormat>
  <Paragraphs>199</Paragraphs>
  <Slides>32</Slides>
  <Notes>30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32</vt:i4>
      </vt:variant>
    </vt:vector>
  </HeadingPairs>
  <TitlesOfParts>
    <vt:vector size="36" baseType="lpstr">
      <vt:lpstr>Arial</vt:lpstr>
      <vt:lpstr>Calibri</vt:lpstr>
      <vt:lpstr>Gill Sans MT</vt:lpstr>
      <vt:lpstr>Galéria</vt:lpstr>
      <vt:lpstr>SkillForge – Real-time Learning Platform</vt:lpstr>
      <vt:lpstr>Project Goal</vt:lpstr>
      <vt:lpstr>Background Story</vt:lpstr>
      <vt:lpstr>Problem</vt:lpstr>
      <vt:lpstr>Frontend Tools</vt:lpstr>
      <vt:lpstr>Backend Tools</vt:lpstr>
      <vt:lpstr>Other Tools</vt:lpstr>
      <vt:lpstr>Frontend Setup</vt:lpstr>
      <vt:lpstr>Routes</vt:lpstr>
      <vt:lpstr>State (RxJS)</vt:lpstr>
      <vt:lpstr>Dashboard</vt:lpstr>
      <vt:lpstr>Courses</vt:lpstr>
      <vt:lpstr>Students</vt:lpstr>
      <vt:lpstr>Teachers</vt:lpstr>
      <vt:lpstr>Contact Form</vt:lpstr>
      <vt:lpstr>About Page</vt:lpstr>
      <vt:lpstr>Backend Setup</vt:lpstr>
      <vt:lpstr>Course Data</vt:lpstr>
      <vt:lpstr>Student &amp; Teacher Data</vt:lpstr>
      <vt:lpstr>Data Flow</vt:lpstr>
      <vt:lpstr>WebSocket</vt:lpstr>
      <vt:lpstr>API Endpoints</vt:lpstr>
      <vt:lpstr>API Parameters</vt:lpstr>
      <vt:lpstr>Colors</vt:lpstr>
      <vt:lpstr>Fonts &amp; Layout</vt:lpstr>
      <vt:lpstr>Buttons &amp; Forms</vt:lpstr>
      <vt:lpstr>Tables &amp; Lists</vt:lpstr>
      <vt:lpstr>Mobile &amp; Tablet</vt:lpstr>
      <vt:lpstr>Team Work</vt:lpstr>
      <vt:lpstr>What We Learned</vt:lpstr>
      <vt:lpstr>future Steps</vt:lpstr>
      <vt:lpstr>thank you for your attention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SkillForge – Real-time Learning Platform</dc:title>
  <dc:subject/>
  <dc:creator/>
  <cp:keywords/>
  <dc:description>generated using python-pptx</dc:description>
  <cp:lastModifiedBy>Seletye Odett</cp:lastModifiedBy>
  <cp:revision>5</cp:revision>
  <dcterms:created xsi:type="dcterms:W3CDTF">2013-01-27T09:14:16Z</dcterms:created>
  <dcterms:modified xsi:type="dcterms:W3CDTF">2026-01-16T10:52:59Z</dcterms:modified>
  <cp:category/>
</cp:coreProperties>
</file>